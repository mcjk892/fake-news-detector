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2"/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404" autoAdjust="0"/>
  </p:normalViewPr>
  <p:slideViewPr>
    <p:cSldViewPr snapToGrid="0" snapToObjects="1">
      <p:cViewPr varScale="1">
        <p:scale>
          <a:sx n="70" d="100"/>
          <a:sy n="70" d="100"/>
        </p:scale>
        <p:origin x="520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2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5:40:55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87 5937,'-12'-87'424,"19"89"-1304,12 5 576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5:40:55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39 6609,'-20'-20'168,"5"4"-160,8 13-152,10 5-1200,2 1 88,0-3 760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5:41:15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11 2889,'-13'-7'168,"6"4"8,16 3-1089,-4 2 489,-5-1 288,8 3 120,-4-4 8,2 0 16,-9 0-8,5 1-24,1-1-280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5:41:55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2697,'0'0'40,"-3"0"-64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5:42:33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43 3313,'-56'-39'817,"55"39"-810,-3-3-2025,7 7 1587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5:42:35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99 228 9818,'-34'-40'556,"16"20"-102,-20-28-1,42 56-1066,7 7-625,-10-15 1200,-1 1 0,0-1-1,1 0 1,-1 0 0,1 0-1,-1 0 1,1 0 0,0 0-1,-1 1 1,1-1 0,-1 0 0,1 0-1,-1-1 1,1 1 0,-1 0-1,1 0 1,-1 0 0,1 0-1,-1 0 1,1-1 0,-1 1-1,1 0 1,-1 0 0,0-1-1,1 1 1,-1 0 0,1-1 0,-1 1-1,0 0 1,1-1 0,-1 1-1,0-1 1,1 1 0,-1 0-1,1-2 1,3-2-48,0 0-1,1 1 1,-1-1 0,1 1 0,0 0-1,0 0 1,0 1 0,1-1 0,-1 1-1,0 0 1,1 0 0,10-1-1,9-1 89,41-1 0,-41 3-60,70-3 24,-14 1 554,151-27-1,-202 24-334,189-34 624,-194 42-787,-17 3-51,-9-4 26,1 1-1,0-1 1,0 1-1,0-1 1,0 0 0,-1 1-1,1-1 1,0 1 0,0-1-1,-1 1 1,1-1-1,0 0 1,-1 1 0,1-1-1,0 0 1,-1 1 0,1-1-1,-1 0 1,1 0-1,0 1 1,-1-1 0,1 0-1,-1 0 1,-99 56-50,-59 38-19,-56 72 73,171-127 0,2 2 0,-61 76 0,102-115-2,-7 8 1,1 1 0,0-1 0,0 2 0,-7 16 0,13-26-4,0 0 1,0 1-1,0-1 0,0 0 1,1 1-1,-1-1 1,1 1-1,0 0 0,0-1 1,0 1-1,0-1 0,0 1 1,0-1-1,1 1 1,-1-1-1,1 1 0,0-1 1,-1 1-1,1-1 0,0 0 1,1 0-1,-1 1 1,0-1-1,1 0 0,-1 0 1,1 0-1,0 0 0,-1 0 1,4 1-1,4 4-3,1-1 0,0 0 0,0-1 0,0 0 0,1-1 0,0 0 1,0 0-1,0-1 0,0-1 0,19 2 0,9 0 28,68-5-1,-53-3-7,25-1 0,-70 5-12,0 1 0,0-1 0,0 2 0,-1-1 0,1 1 0,13 5 0,-19-6-2,0 1 0,0-1 0,0 1 0,0 0 0,0 0 0,0 0 0,0 0 0,0 1 0,-1-1 0,1 1 0,-1-1 0,0 1 0,0 0 0,0 0 0,2 5 0,-2-3 1,0 0 1,0 0-1,-1 1 1,0-1 0,0 0-1,0 0 1,-1 1-1,0-1 1,0 9-1,-2-2 5,0 0 0,0 0 0,-1 0 0,-1 0-1,0-1 1,0 1 0,-1-1 0,-9 14 0,-9 9 7,-2-1 0,0-1 1,-55 51-1,-100 72 34,50-62-15,92-69-97,1 2 0,2 1-1,0 2 1,-34 38-1,62-59-117,4-3-164,-1-1 1,0 0-1,1 0 0,-1 0 1,-1-1-1,-6 5 1,4-5-527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15:42:36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4961,'6'24'-399,"-6"-22"309,0-1 29,0-1 0,1 0 0,-1 0 0,0 1 0,0-1 0,0 0 1,0 1-1,0-1 0,0 0 0,-1 0 0,1 1 0,0-1 0,0 0 0,0 1 0,0-1 0,0 0 0,0 0 1,0 1-1,-1-1 0,1 0 0,0 0 0,0 1 0,0-1 0,0 0 0,-1 0 0,1 0 0,0 1 0,0-1 0,-1 0 1,-1 1-377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77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97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48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1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41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76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64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54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4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80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022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6708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62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26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912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39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35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295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77F42-2EBF-FBA9-2B72-ACC9DE79A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87" y="349799"/>
            <a:ext cx="7203578" cy="1899626"/>
          </a:xfrm>
        </p:spPr>
        <p:txBody>
          <a:bodyPr>
            <a:scene3d>
              <a:camera prst="perspectiveFront"/>
              <a:lightRig rig="threePt" dir="t"/>
            </a:scene3d>
          </a:bodyPr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 Based Fake News Detector</a:t>
            </a:r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6CA4AA-5605-83B2-A452-D0F1AFBE0960}"/>
              </a:ext>
            </a:extLst>
          </p:cNvPr>
          <p:cNvSpPr txBox="1"/>
          <p:nvPr/>
        </p:nvSpPr>
        <p:spPr>
          <a:xfrm>
            <a:off x="356694" y="2931098"/>
            <a:ext cx="3337482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RelaxedModerately"/>
              <a:lightRig rig="threePt" dir="t"/>
            </a:scene3d>
          </a:bodyPr>
          <a:lstStyle/>
          <a:p>
            <a:r>
              <a:rPr lang="en-US" sz="2800" b="1" kern="12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Minor Project By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24BD2-EBA0-787C-C927-64670B167CC8}"/>
              </a:ext>
            </a:extLst>
          </p:cNvPr>
          <p:cNvSpPr txBox="1"/>
          <p:nvPr/>
        </p:nvSpPr>
        <p:spPr>
          <a:xfrm>
            <a:off x="356694" y="3899470"/>
            <a:ext cx="3483786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Front"/>
              <a:lightRig rig="threePt" dir="t"/>
            </a:scene3d>
          </a:bodyPr>
          <a:lstStyle/>
          <a:p>
            <a:r>
              <a:rPr 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Manish Choudhary</a:t>
            </a:r>
            <a:endParaRPr lang="en-IN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8" name="Picture 7" descr="A close-up of a screen&#10;&#10;Description automatically generated">
            <a:extLst>
              <a:ext uri="{FF2B5EF4-FFF2-40B4-BE49-F238E27FC236}">
                <a16:creationId xmlns:a16="http://schemas.microsoft.com/office/drawing/2014/main" id="{E8243072-CA1F-82C3-B03A-99DAEE83C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049" y="2419034"/>
            <a:ext cx="4638870" cy="318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13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8584"/>
            <a:ext cx="8123256" cy="1051344"/>
          </a:xfrm>
        </p:spPr>
        <p:txBody>
          <a:bodyPr>
            <a:normAutofit/>
          </a:bodyPr>
          <a:lstStyle/>
          <a:p>
            <a:r>
              <a:rPr b="1" i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AI Based Fake News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2037"/>
            <a:ext cx="6848375" cy="3796849"/>
          </a:xfrm>
        </p:spPr>
        <p:txBody>
          <a:bodyPr/>
          <a:lstStyle/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Frontend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React</a:t>
            </a:r>
          </a:p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Backend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Spring Boot</a:t>
            </a:r>
          </a:p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Database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SQL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4252E5A-2F76-91FF-A76E-52ABF5469167}"/>
                  </a:ext>
                </a:extLst>
              </p14:cNvPr>
              <p14:cNvContentPartPr/>
              <p14:nvPr/>
            </p14:nvContentPartPr>
            <p14:xfrm>
              <a:off x="1497676" y="550933"/>
              <a:ext cx="9720" cy="31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4252E5A-2F76-91FF-A76E-52ABF54691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8676" y="541933"/>
                <a:ext cx="273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A17FBB4-A968-C502-E6E3-28943811342E}"/>
                  </a:ext>
                </a:extLst>
              </p14:cNvPr>
              <p14:cNvContentPartPr/>
              <p14:nvPr/>
            </p14:nvContentPartPr>
            <p14:xfrm>
              <a:off x="1858396" y="880693"/>
              <a:ext cx="15840" cy="14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A17FBB4-A968-C502-E6E3-2894381134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2276" y="874573"/>
                <a:ext cx="280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4C10ADB-973E-89FA-A03B-6034E5851496}"/>
                  </a:ext>
                </a:extLst>
              </p14:cNvPr>
              <p14:cNvContentPartPr/>
              <p14:nvPr/>
            </p14:nvContentPartPr>
            <p14:xfrm>
              <a:off x="4920196" y="798253"/>
              <a:ext cx="12600" cy="3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4C10ADB-973E-89FA-A03B-6034E58514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14076" y="792133"/>
                <a:ext cx="2484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95F09D9-C995-9AAF-3AA7-CB0C0A4BBF2F}"/>
                  </a:ext>
                </a:extLst>
              </p14:cNvPr>
              <p14:cNvContentPartPr/>
              <p14:nvPr/>
            </p14:nvContentPartPr>
            <p14:xfrm>
              <a:off x="4897876" y="490093"/>
              <a:ext cx="144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95F09D9-C995-9AAF-3AA7-CB0C0A4BBF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91756" y="483973"/>
                <a:ext cx="136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A470A5C-33F0-5908-D9FB-07C894C0B18B}"/>
                  </a:ext>
                </a:extLst>
              </p14:cNvPr>
              <p14:cNvContentPartPr/>
              <p14:nvPr/>
            </p14:nvContentPartPr>
            <p14:xfrm>
              <a:off x="7453800" y="795168"/>
              <a:ext cx="22320" cy="154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A470A5C-33F0-5908-D9FB-07C894C0B18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7680" y="789048"/>
                <a:ext cx="34560" cy="2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E9DBFC0E-FE09-037E-2554-1B225B53094A}"/>
              </a:ext>
            </a:extLst>
          </p:cNvPr>
          <p:cNvGrpSpPr/>
          <p:nvPr/>
        </p:nvGrpSpPr>
        <p:grpSpPr>
          <a:xfrm>
            <a:off x="10028520" y="627408"/>
            <a:ext cx="331920" cy="613080"/>
            <a:chOff x="10028520" y="627408"/>
            <a:chExt cx="331920" cy="61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40A1605-FEED-49C9-F10F-0DF9CC0D2BF8}"/>
                    </a:ext>
                  </a:extLst>
                </p14:cNvPr>
                <p14:cNvContentPartPr/>
                <p14:nvPr/>
              </p14:nvContentPartPr>
              <p14:xfrm>
                <a:off x="10028520" y="666288"/>
                <a:ext cx="331920" cy="574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40A1605-FEED-49C9-F10F-0DF9CC0D2BF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022400" y="660168"/>
                  <a:ext cx="34416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51CB448-8FB4-380E-5AFE-CAD55D4F263C}"/>
                    </a:ext>
                  </a:extLst>
                </p14:cNvPr>
                <p14:cNvContentPartPr/>
                <p14:nvPr/>
              </p14:nvContentPartPr>
              <p14:xfrm>
                <a:off x="10045800" y="627408"/>
                <a:ext cx="2880" cy="13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51CB448-8FB4-380E-5AFE-CAD55D4F263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039680" y="621288"/>
                  <a:ext cx="15120" cy="25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04242"/>
            <a:ext cx="8229600" cy="1143000"/>
          </a:xfrm>
        </p:spPr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12848"/>
            <a:ext cx="8229600" cy="4525963"/>
          </a:xfrm>
        </p:spPr>
        <p:txBody>
          <a:bodyPr/>
          <a:lstStyle/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Detects fake news using AI &amp; ML techniques</a:t>
            </a:r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6192" y="393828"/>
            <a:ext cx="8229600" cy="1143000"/>
          </a:xfrm>
        </p:spPr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2075688"/>
            <a:ext cx="8229600" cy="4525963"/>
          </a:xfrm>
        </p:spPr>
        <p:txBody>
          <a:bodyPr/>
          <a:lstStyle/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Identify fake news</a:t>
            </a:r>
          </a:p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Improve awareness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67246"/>
            <a:ext cx="8229600" cy="1143000"/>
          </a:xfrm>
        </p:spPr>
        <p:txBody>
          <a:bodyPr/>
          <a:lstStyle/>
          <a:p>
            <a:r>
              <a:rPr lang="en-IN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472" y="2194560"/>
            <a:ext cx="8229600" cy="4525963"/>
          </a:xfrm>
        </p:spPr>
        <p:txBody>
          <a:bodyPr/>
          <a:lstStyle/>
          <a:p>
            <a:r>
              <a:rPr lang="en-US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Fake news spreads misinformation rapidly</a:t>
            </a:r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512382"/>
            <a:ext cx="8229600" cy="1143000"/>
          </a:xfrm>
        </p:spPr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221992"/>
            <a:ext cx="8229600" cy="4525963"/>
          </a:xfrm>
        </p:spPr>
        <p:txBody>
          <a:bodyPr/>
          <a:lstStyle/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React</a:t>
            </a:r>
          </a:p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Java Spring Boot</a:t>
            </a:r>
          </a:p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60" y="165459"/>
            <a:ext cx="8485632" cy="770025"/>
          </a:xfrm>
        </p:spPr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176" y="1490472"/>
            <a:ext cx="8293608" cy="494658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Structure :-</a:t>
            </a:r>
            <a:endParaRPr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C1EF827-76C7-F19E-06AC-010AFB0259D4}"/>
              </a:ext>
            </a:extLst>
          </p:cNvPr>
          <p:cNvSpPr/>
          <p:nvPr/>
        </p:nvSpPr>
        <p:spPr>
          <a:xfrm>
            <a:off x="3954776" y="1337103"/>
            <a:ext cx="1930972" cy="786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50000"/>
              </a:lnSpc>
            </a:pPr>
            <a:r>
              <a:rPr lang="en-I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USER</a:t>
            </a:r>
            <a:endParaRPr lang="en-IN" sz="24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endParaRPr lang="en-IN" sz="24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47A9D6-E0A3-567D-02BA-68A1E10FEB57}"/>
              </a:ext>
            </a:extLst>
          </p:cNvPr>
          <p:cNvSpPr/>
          <p:nvPr/>
        </p:nvSpPr>
        <p:spPr>
          <a:xfrm>
            <a:off x="3954775" y="2468850"/>
            <a:ext cx="1930973" cy="786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REACT</a:t>
            </a:r>
            <a:endParaRPr lang="en-IN" sz="20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endParaRPr lang="en-IN" sz="20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8690FC-FFE9-F460-AB86-DBBB8CE71000}"/>
              </a:ext>
            </a:extLst>
          </p:cNvPr>
          <p:cNvSpPr/>
          <p:nvPr/>
        </p:nvSpPr>
        <p:spPr>
          <a:xfrm>
            <a:off x="3914772" y="3562306"/>
            <a:ext cx="1973964" cy="85929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SPRING </a:t>
            </a:r>
          </a:p>
          <a:p>
            <a:pPr algn="ctr"/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BOOT</a:t>
            </a:r>
            <a:r>
              <a:rPr lang="en-IN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  <a:p>
            <a:pPr algn="ctr"/>
            <a:endParaRPr lang="en-IN" b="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6D7CC25-B9AF-ADC0-122A-2264F5FC8760}"/>
              </a:ext>
            </a:extLst>
          </p:cNvPr>
          <p:cNvSpPr/>
          <p:nvPr/>
        </p:nvSpPr>
        <p:spPr>
          <a:xfrm>
            <a:off x="3914772" y="4728652"/>
            <a:ext cx="1973964" cy="78640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108000" bIns="684000" rtlCol="0" anchor="t" anchorCtr="1"/>
          <a:lstStyle/>
          <a:p>
            <a:pPr algn="ctr"/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M&amp;L Model</a:t>
            </a:r>
          </a:p>
          <a:p>
            <a:pPr algn="ctr"/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F02297B-4A26-253F-5F2C-24762DB37F4A}"/>
              </a:ext>
            </a:extLst>
          </p:cNvPr>
          <p:cNvSpPr/>
          <p:nvPr/>
        </p:nvSpPr>
        <p:spPr>
          <a:xfrm>
            <a:off x="4011926" y="5860400"/>
            <a:ext cx="1876810" cy="7612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6000" tIns="0" rIns="108000" bIns="288000" rtlCol="0" anchor="t"/>
          <a:lstStyle/>
          <a:p>
            <a:pPr algn="ctr"/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BASE</a:t>
            </a:r>
          </a:p>
          <a:p>
            <a:pPr algn="ctr"/>
            <a:endParaRPr lang="en-IN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Arrow: Curved Right 13">
            <a:extLst>
              <a:ext uri="{FF2B5EF4-FFF2-40B4-BE49-F238E27FC236}">
                <a16:creationId xmlns:a16="http://schemas.microsoft.com/office/drawing/2014/main" id="{E1A60C90-9DB1-4218-6BC4-8C5BF3A762ED}"/>
              </a:ext>
            </a:extLst>
          </p:cNvPr>
          <p:cNvSpPr/>
          <p:nvPr/>
        </p:nvSpPr>
        <p:spPr>
          <a:xfrm>
            <a:off x="3054096" y="1730303"/>
            <a:ext cx="694944" cy="1375577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Arrow: Curved Right 14">
            <a:extLst>
              <a:ext uri="{FF2B5EF4-FFF2-40B4-BE49-F238E27FC236}">
                <a16:creationId xmlns:a16="http://schemas.microsoft.com/office/drawing/2014/main" id="{86FE3D7D-E396-FEB4-589B-6061695F15BD}"/>
              </a:ext>
            </a:extLst>
          </p:cNvPr>
          <p:cNvSpPr/>
          <p:nvPr/>
        </p:nvSpPr>
        <p:spPr>
          <a:xfrm>
            <a:off x="3054096" y="3991951"/>
            <a:ext cx="694944" cy="1375577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Arrow: Curved Left 15">
            <a:extLst>
              <a:ext uri="{FF2B5EF4-FFF2-40B4-BE49-F238E27FC236}">
                <a16:creationId xmlns:a16="http://schemas.microsoft.com/office/drawing/2014/main" id="{66C03815-540A-9378-8304-432B59451226}"/>
              </a:ext>
            </a:extLst>
          </p:cNvPr>
          <p:cNvSpPr/>
          <p:nvPr/>
        </p:nvSpPr>
        <p:spPr>
          <a:xfrm>
            <a:off x="6091482" y="2795480"/>
            <a:ext cx="684221" cy="1267039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Arrow: Curved Left 16">
            <a:extLst>
              <a:ext uri="{FF2B5EF4-FFF2-40B4-BE49-F238E27FC236}">
                <a16:creationId xmlns:a16="http://schemas.microsoft.com/office/drawing/2014/main" id="{F19BAFA3-03EA-9FBD-7A03-90ADD0929164}"/>
              </a:ext>
            </a:extLst>
          </p:cNvPr>
          <p:cNvSpPr/>
          <p:nvPr/>
        </p:nvSpPr>
        <p:spPr>
          <a:xfrm>
            <a:off x="6054467" y="5029200"/>
            <a:ext cx="622231" cy="1262461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466661"/>
            <a:ext cx="8229600" cy="1143000"/>
          </a:xfrm>
        </p:spPr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944" y="1965960"/>
            <a:ext cx="8229600" cy="4525963"/>
          </a:xfrm>
        </p:spPr>
        <p:txBody>
          <a:bodyPr/>
          <a:lstStyle/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User login</a:t>
            </a:r>
          </a:p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News upload</a:t>
            </a:r>
          </a:p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Fake/Real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72" y="411798"/>
            <a:ext cx="8229600" cy="1143000"/>
          </a:xfrm>
        </p:spPr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Non 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2057399"/>
            <a:ext cx="8229600" cy="4525963"/>
          </a:xfrm>
        </p:spPr>
        <p:txBody>
          <a:bodyPr/>
          <a:lstStyle/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Security</a:t>
            </a:r>
          </a:p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Performance</a:t>
            </a:r>
          </a:p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Scalability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392" y="530988"/>
            <a:ext cx="8229600" cy="1143000"/>
          </a:xfrm>
        </p:spPr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093657"/>
            <a:ext cx="8229600" cy="4525963"/>
          </a:xfrm>
        </p:spPr>
        <p:txBody>
          <a:bodyPr/>
          <a:lstStyle/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Create News</a:t>
            </a:r>
          </a:p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Read Results</a:t>
            </a:r>
          </a:p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Update Data</a:t>
            </a:r>
          </a:p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Delete Records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784" y="585534"/>
            <a:ext cx="8229600" cy="1143000"/>
          </a:xfrm>
        </p:spPr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2332037"/>
            <a:ext cx="8229600" cy="4525963"/>
          </a:xfrm>
        </p:spPr>
        <p:txBody>
          <a:bodyPr/>
          <a:lstStyle/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User submits news</a:t>
            </a:r>
          </a:p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System checks</a:t>
            </a:r>
          </a:p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Result displayed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04" y="526097"/>
            <a:ext cx="8229600" cy="1143000"/>
          </a:xfrm>
        </p:spPr>
        <p:txBody>
          <a:bodyPr/>
          <a:lstStyle/>
          <a:p>
            <a:r>
              <a:rPr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3120"/>
            <a:ext cx="8229600" cy="4525963"/>
          </a:xfrm>
        </p:spPr>
        <p:txBody>
          <a:bodyPr/>
          <a:lstStyle/>
          <a:p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Helps reduce fake news impact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75</TotalTime>
  <Words>112</Words>
  <Application>Microsoft Office PowerPoint</Application>
  <PresentationFormat>On-screen Show (4:3)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ADLaM Display</vt:lpstr>
      <vt:lpstr>Century Gothic</vt:lpstr>
      <vt:lpstr>Wingdings 3</vt:lpstr>
      <vt:lpstr>Ion</vt:lpstr>
      <vt:lpstr>AI Based Fake News Detector</vt:lpstr>
      <vt:lpstr>AI Based Fake News Detector</vt:lpstr>
      <vt:lpstr>Introduction</vt:lpstr>
      <vt:lpstr>Objectives</vt:lpstr>
      <vt:lpstr>Problem Statement</vt:lpstr>
      <vt:lpstr>Technology Stack</vt:lpstr>
      <vt:lpstr>System Architecture</vt:lpstr>
      <vt:lpstr>Functional Requirements</vt:lpstr>
      <vt:lpstr>Non Functional Requirements</vt:lpstr>
      <vt:lpstr>CRUD Operations</vt:lpstr>
      <vt:lpstr>Use Case Diagram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Based Fake News Detector</dc:title>
  <dc:subject/>
  <dc:creator/>
  <cp:keywords/>
  <dc:description>generated using python-pptx</dc:description>
  <cp:lastModifiedBy>Manish Choudhary</cp:lastModifiedBy>
  <cp:revision>2</cp:revision>
  <dcterms:created xsi:type="dcterms:W3CDTF">2013-01-27T09:14:16Z</dcterms:created>
  <dcterms:modified xsi:type="dcterms:W3CDTF">2026-01-27T16:53:21Z</dcterms:modified>
  <cp:category/>
</cp:coreProperties>
</file>